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18FBA9-F18A-4BCA-A58B-E281BE9CC4DB}">
  <a:tblStyle styleId="{A018FBA9-F18A-4BCA-A58B-E281BE9CC4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570e1ad1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570e1ad1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570e1ad1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570e1ad1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570e1ad1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570e1ad1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570e1ad1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570e1ad1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70e1ad1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570e1ad1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570e1ad1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570e1ad1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570e1ad1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570e1ad1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570e1ad1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570e1ad1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5c61be9a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5c61be9a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latin typeface="Times New Roman"/>
                <a:ea typeface="Times New Roman"/>
                <a:cs typeface="Times New Roman"/>
                <a:sym typeface="Times New Roman"/>
              </a:rPr>
              <a:t>Assessment tool 2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Cloud Storage Technologies: Object, Block, and File Storage Compared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CSA - 1518 Cloud Computing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Raja. Vishnu Vardhan ( 192521316 )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Storage Technologies: Object, Block, and File Storage Compared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 To understand the three core types of cloud storage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 how each storage type actually works behind the scenes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their performance, scalability, and cost differences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which storage type suits which business use case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What is Cloud Storage?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storage means storing data on remote servers accessed over the internet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managed and maintained by cloud providers like AWS and Google Cloud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removes the need for businesses to buy and maintain physical storage hardware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can be accessed anytime, from anywhere, on any device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storage is broadly divided into three types: Object, Block, and File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Block Storage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broken down into fixed-size chunks called "blocks"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block is stored separately and given a unique identifying address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Blocks are attached to a virtual machine, functioning like a virtual hard disk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offers very fast performance and low latency for data access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examples include AWS EBS and Azure Managed Disks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File Storage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stored as individual files organized inside folders and subfolders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Files are accessed using a file path, similar to a shared network drive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allows multiple users or applications to access and edit the same files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easy to organize, browse, and manage using a familiar folder structure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examples include AWS EFS and Azure Files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Object Storage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stored as independent "objects," each containing data, metadata, and a unique ID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uses a flat structure with no traditional folders or directories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 are accessed through direct URLs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highly scalable and cost-effective for storing large amounts of data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examples include AWS S3 and Azure Blob Storage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Comparison Table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1" name="Google Shape;91;p19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{A018FBA9-F18A-4BCA-A58B-E281BE9CC4DB}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 Storage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 Storage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 Storage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Structure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Fixed blocks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Files in folders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Flat objects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Speed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Fastest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Medium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Slower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Scalability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Medium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Best For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Databases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Shared docs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Backups/media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no single "best" cloud storage type — the right choice depends on the specific use case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Storage is best when speed and performance are the top priority, such as in databases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Storage is best for easy, shared access across teams working on common documents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Storage is best for handling massive scale at a lower cost, such as backups 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cloud systems often combine all three types together for maximum efficiency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863" y="550050"/>
            <a:ext cx="7188275" cy="40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